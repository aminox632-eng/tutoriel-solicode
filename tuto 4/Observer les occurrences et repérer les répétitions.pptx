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84b0fd47592e2f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84b0fd47592e2f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684b0fd47592e2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684b0fd47592e2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9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ar" sz="3080"/>
              <a:t>Observer les occurrences et repérer les répétitions </a:t>
            </a:r>
            <a:endParaRPr sz="28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982200"/>
            <a:ext cx="8520600" cy="4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2200">
                <a:solidFill>
                  <a:schemeClr val="dk1"/>
                </a:solidFill>
              </a:rPr>
              <a:t>📌 Les notions</a:t>
            </a:r>
            <a:endParaRPr b="1" sz="22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ar" sz="2000">
                <a:solidFill>
                  <a:schemeClr val="dk1"/>
                </a:solidFill>
              </a:rPr>
              <a:t>Donnée :</a:t>
            </a:r>
            <a:r>
              <a:rPr lang="ar" sz="2000">
                <a:solidFill>
                  <a:schemeClr val="dk1"/>
                </a:solidFill>
              </a:rPr>
              <a:t> information gérée par l’application.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ar" sz="2000">
                <a:solidFill>
                  <a:schemeClr val="dk1"/>
                </a:solidFill>
              </a:rPr>
              <a:t>Valeur :</a:t>
            </a:r>
            <a:r>
              <a:rPr lang="ar" sz="2000">
                <a:solidFill>
                  <a:schemeClr val="dk1"/>
                </a:solidFill>
              </a:rPr>
              <a:t> contenu d’une donnée.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ar" sz="2000">
                <a:solidFill>
                  <a:schemeClr val="dk1"/>
                </a:solidFill>
              </a:rPr>
              <a:t>Occurrence :</a:t>
            </a:r>
            <a:r>
              <a:rPr lang="ar" sz="2000">
                <a:solidFill>
                  <a:schemeClr val="dk1"/>
                </a:solidFill>
              </a:rPr>
              <a:t> chaque ligne du tableau.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2200">
                <a:solidFill>
                  <a:schemeClr val="dk1"/>
                </a:solidFill>
              </a:rPr>
              <a:t>🔎 Valeurs répétées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2000">
                <a:solidFill>
                  <a:schemeClr val="dk1"/>
                </a:solidFill>
              </a:rPr>
              <a:t>Nom_ville 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ar" sz="2000">
                <a:solidFill>
                  <a:schemeClr val="dk1"/>
                </a:solidFill>
              </a:rPr>
              <a:t>Tanger → 3 fois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ar" sz="2000">
                <a:solidFill>
                  <a:schemeClr val="dk1"/>
                </a:solidFill>
              </a:rPr>
              <a:t>Rabat → 2 fois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9144000" cy="3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2700">
                <a:solidFill>
                  <a:schemeClr val="dk1"/>
                </a:solidFill>
              </a:rPr>
              <a:t>Nom_categorie :</a:t>
            </a:r>
            <a:endParaRPr b="1"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ar" sz="2700">
                <a:solidFill>
                  <a:schemeClr val="dk1"/>
                </a:solidFill>
              </a:rPr>
              <a:t>Développement → 3 fois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ar" sz="2700">
                <a:solidFill>
                  <a:schemeClr val="dk1"/>
                </a:solidFill>
              </a:rPr>
              <a:t>Actualité → 2 fois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ar" sz="2900">
                <a:solidFill>
                  <a:schemeClr val="dk1"/>
                </a:solidFill>
              </a:rPr>
              <a:t>⚠️ Pourquoi c’est important ?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2700">
                <a:solidFill>
                  <a:schemeClr val="dk1"/>
                </a:solidFill>
              </a:rPr>
              <a:t>Une répétition peut créer des problèmes lors d’une modification.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0"/>
            <a:ext cx="91440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2500">
                <a:solidFill>
                  <a:schemeClr val="dk1"/>
                </a:solidFill>
              </a:rPr>
              <a:t>Exemple :</a:t>
            </a:r>
            <a:r>
              <a:rPr lang="ar" sz="2500">
                <a:solidFill>
                  <a:schemeClr val="dk1"/>
                </a:solidFill>
              </a:rPr>
              <a:t> si on doit modifier « Tanger », il faut modifier plusieurs occurrences. On risque d’oublier une ligne et de créer des données incohérentes.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ar" sz="2700">
                <a:solidFill>
                  <a:schemeClr val="dk1"/>
                </a:solidFill>
              </a:rPr>
              <a:t>✅ Conclusion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2500">
                <a:solidFill>
                  <a:schemeClr val="dk1"/>
                </a:solidFill>
              </a:rPr>
              <a:t>Observer les répétitions permet de détecter les informations qui pourraient être gérées séparément plus tard.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