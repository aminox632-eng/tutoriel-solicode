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Roboto Mon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obotoMono-italic.fntdata"/><Relationship Id="rId10" Type="http://schemas.openxmlformats.org/officeDocument/2006/relationships/font" Target="fonts/RobotoMono-bold.fntdata"/><Relationship Id="rId12" Type="http://schemas.openxmlformats.org/officeDocument/2006/relationships/font" Target="fonts/RobotoMono-boldItalic.fntdata"/><Relationship Id="rId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f9e47259b3ea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h2f9e47259b3ea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f9e47259b3ea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2f9e47259b3ea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0"/>
            <a:ext cx="8520600" cy="89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SzPts val="990"/>
              <a:buNone/>
            </a:pPr>
            <a:r>
              <a:rPr b="1" lang="ar" sz="3570"/>
              <a:t>Entités du système e-commerce</a:t>
            </a:r>
            <a:endParaRPr b="1" sz="257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890700"/>
            <a:ext cx="8520600" cy="41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2200">
                <a:solidFill>
                  <a:schemeClr val="dk1"/>
                </a:solidFill>
              </a:rPr>
              <a:t>1. CLIENT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CLIENT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---------------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id_client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600">
                <a:solidFill>
                  <a:schemeClr val="dk1"/>
                </a:solidFill>
              </a:rPr>
              <a:t>nom_client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2200">
                <a:solidFill>
                  <a:schemeClr val="dk1"/>
                </a:solidFill>
              </a:rPr>
              <a:t>2. COMMANDE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COMMANDE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---------------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id_commande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1600">
                <a:solidFill>
                  <a:schemeClr val="dk1"/>
                </a:solidFill>
              </a:rPr>
              <a:t>date_commande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ar" sz="1600">
                <a:solidFill>
                  <a:schemeClr val="dk1"/>
                </a:solidFill>
              </a:rPr>
              <a:t>id_client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0" y="0"/>
            <a:ext cx="8999700" cy="4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2700">
                <a:solidFill>
                  <a:schemeClr val="dk1"/>
                </a:solidFill>
              </a:rPr>
              <a:t>3. PRODUIT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PRODUIT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---------------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id_produit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nom_produit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2700">
                <a:solidFill>
                  <a:schemeClr val="dk1"/>
                </a:solidFill>
              </a:rPr>
              <a:t>4. LIGNE_COMMANDE</a:t>
            </a:r>
            <a:endParaRPr b="1" sz="2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LIGNE_COMMANDE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---------------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id_commande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id_produit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2100">
                <a:solidFill>
                  <a:schemeClr val="dk1"/>
                </a:solidFill>
              </a:rPr>
              <a:t>quantite_commandee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0" y="0"/>
            <a:ext cx="91440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ar" sz="2800">
                <a:solidFill>
                  <a:schemeClr val="dk1"/>
                </a:solidFill>
              </a:rPr>
              <a:t>Identifiant composé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2200">
                <a:solidFill>
                  <a:schemeClr val="dk1"/>
                </a:solidFill>
              </a:rPr>
              <a:t>L'identifiant de </a:t>
            </a:r>
            <a:r>
              <a:rPr lang="ar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LIGNE_COMMANDE</a:t>
            </a:r>
            <a:r>
              <a:rPr lang="ar" sz="2200">
                <a:solidFill>
                  <a:schemeClr val="dk1"/>
                </a:solidFill>
              </a:rPr>
              <a:t> est composé de :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id_commande, id_produit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r" sz="2200">
                <a:solidFill>
                  <a:schemeClr val="dk1"/>
                </a:solidFill>
              </a:rPr>
              <a:t>La dépendance est :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ar" sz="2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id_commande, id_produit → quantite_commandee</a:t>
            </a:r>
            <a:endParaRPr sz="2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