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Mon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Mono-boldItalic.fntdata"/><Relationship Id="rId9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Mono-regular.fntdata"/><Relationship Id="rId8" Type="http://schemas.openxmlformats.org/officeDocument/2006/relationships/font" Target="fonts/Roboto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5625" y="85425"/>
            <a:ext cx="7347600" cy="62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Comprendre les tableaux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646200"/>
            <a:ext cx="8520600" cy="44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</a:t>
            </a:r>
            <a:r>
              <a:rPr lang="a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notes[0]</a:t>
            </a:r>
            <a:r>
              <a:rPr lang="ar" sz="1800">
                <a:solidFill>
                  <a:schemeClr val="dk1"/>
                </a:solidFill>
              </a:rPr>
              <a:t> → أول note = </a:t>
            </a:r>
            <a:r>
              <a:rPr b="1" lang="ar" sz="1800">
                <a:solidFill>
                  <a:schemeClr val="dk1"/>
                </a:solidFill>
              </a:rPr>
              <a:t>10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notes[1]</a:t>
            </a:r>
            <a:r>
              <a:rPr lang="ar" sz="1800">
                <a:solidFill>
                  <a:schemeClr val="dk1"/>
                </a:solidFill>
              </a:rPr>
              <a:t> → ثاني note = </a:t>
            </a:r>
            <a:r>
              <a:rPr b="1" lang="ar" sz="1800">
                <a:solidFill>
                  <a:schemeClr val="dk1"/>
                </a:solidFill>
              </a:rPr>
              <a:t>11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notes[2]</a:t>
            </a:r>
            <a:r>
              <a:rPr lang="ar" sz="1800">
                <a:solidFill>
                  <a:schemeClr val="dk1"/>
                </a:solidFill>
              </a:rPr>
              <a:t> → العنصر اللي عند index 2 = </a:t>
            </a:r>
            <a:r>
              <a:rPr b="1" lang="ar" sz="1800">
                <a:solidFill>
                  <a:schemeClr val="dk1"/>
                </a:solidFill>
              </a:rPr>
              <a:t>12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notes.length</a:t>
            </a:r>
            <a:r>
              <a:rPr lang="ar" sz="1800">
                <a:solidFill>
                  <a:schemeClr val="dk1"/>
                </a:solidFill>
              </a:rPr>
              <a:t> </a:t>
            </a:r>
            <a:r>
              <a:rPr lang="ar" sz="1800">
                <a:solidFill>
                  <a:schemeClr val="dk1"/>
                </a:solidFill>
              </a:rPr>
              <a:t>→ </a:t>
            </a:r>
            <a:r>
              <a:rPr lang="ar" sz="1800">
                <a:solidFill>
                  <a:schemeClr val="dk1"/>
                </a:solidFill>
              </a:rPr>
              <a:t>عدد العناصر</a:t>
            </a:r>
            <a:r>
              <a:rPr lang="ar" sz="1800">
                <a:solidFill>
                  <a:schemeClr val="dk1"/>
                </a:solidFill>
              </a:rPr>
              <a:t> =</a:t>
            </a:r>
            <a:r>
              <a:rPr lang="ar" sz="1800">
                <a:solidFill>
                  <a:schemeClr val="dk1"/>
                </a:solidFill>
              </a:rPr>
              <a:t> </a:t>
            </a:r>
            <a:r>
              <a:rPr b="1" lang="ar" sz="1800">
                <a:solidFill>
                  <a:schemeClr val="dk1"/>
                </a:solidFill>
              </a:rPr>
              <a:t>4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notes[notes.length - 1]</a:t>
            </a:r>
            <a:r>
              <a:rPr lang="ar" sz="1800">
                <a:solidFill>
                  <a:schemeClr val="dk1"/>
                </a:solidFill>
              </a:rPr>
              <a:t> → آخر عنصر = </a:t>
            </a:r>
            <a:r>
              <a:rPr b="1" lang="ar" sz="1800">
                <a:solidFill>
                  <a:schemeClr val="dk1"/>
                </a:solidFill>
              </a:rPr>
              <a:t>13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6200"/>
            <a:ext cx="3517725" cy="449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