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 Mon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Mono-boldItalic.fntdata"/><Relationship Id="rId10" Type="http://schemas.openxmlformats.org/officeDocument/2006/relationships/font" Target="fonts/RobotoMono-italic.fntdata"/><Relationship Id="rId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Mon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53a6b45aa5a35e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53a6b45aa5a35e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0"/>
            <a:ext cx="8520600" cy="11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ar" sz="2900">
                <a:solidFill>
                  <a:srgbClr val="1155CC"/>
                </a:solidFill>
                <a:highlight>
                  <a:srgbClr val="FFFFFF"/>
                </a:highlight>
              </a:rPr>
              <a:t>Algorithme de synthèse : analyser une collection</a:t>
            </a:r>
            <a:endParaRPr b="1" i="1" sz="5800">
              <a:solidFill>
                <a:srgbClr val="1155CC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128900"/>
            <a:ext cx="8520600" cy="4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ar">
                <a:solidFill>
                  <a:schemeClr val="dk1"/>
                </a:solidFill>
              </a:rPr>
              <a:t>Slide 1 : Les 3 zones de Git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ar" sz="1600">
                <a:solidFill>
                  <a:schemeClr val="dk1"/>
                </a:solidFill>
              </a:rPr>
              <a:t>Objectif :</a:t>
            </a:r>
            <a:r>
              <a:rPr lang="ar" sz="1600">
                <a:solidFill>
                  <a:schemeClr val="dk1"/>
                </a:solidFill>
              </a:rPr>
              <a:t> Comprendre comment Git enregistre les modifications d'un projet.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ar">
                <a:solidFill>
                  <a:schemeClr val="dk1"/>
                </a:solidFill>
              </a:rPr>
              <a:t>Slide 2 : Les trois zones</a:t>
            </a: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ar" sz="1600">
                <a:solidFill>
                  <a:schemeClr val="dk1"/>
                </a:solidFill>
              </a:rPr>
              <a:t>Working Directory :</a:t>
            </a:r>
            <a:r>
              <a:rPr lang="ar" sz="1600">
                <a:solidFill>
                  <a:schemeClr val="dk1"/>
                </a:solidFill>
              </a:rPr>
              <a:t> Modifier les fichiers du projet.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ar" sz="1600">
                <a:solidFill>
                  <a:schemeClr val="dk1"/>
                </a:solidFill>
              </a:rPr>
              <a:t>Staging Area :</a:t>
            </a:r>
            <a:r>
              <a:rPr lang="ar" sz="1600">
                <a:solidFill>
                  <a:schemeClr val="dk1"/>
                </a:solidFill>
              </a:rPr>
              <a:t> Préparer les fichiers avec </a:t>
            </a:r>
            <a:r>
              <a:rPr lang="a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add</a:t>
            </a:r>
            <a:r>
              <a:rPr lang="ar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ar" sz="1600">
                <a:solidFill>
                  <a:schemeClr val="dk1"/>
                </a:solidFill>
              </a:rPr>
              <a:t>Repository :</a:t>
            </a:r>
            <a:r>
              <a:rPr lang="ar" sz="1600">
                <a:solidFill>
                  <a:schemeClr val="dk1"/>
                </a:solidFill>
              </a:rPr>
              <a:t> Enregistrer les modifications avec </a:t>
            </a:r>
            <a:r>
              <a:rPr lang="a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commit</a:t>
            </a:r>
            <a:r>
              <a:rPr lang="ar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0" y="0"/>
            <a:ext cx="9036300" cy="30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ar" sz="3600">
                <a:solidFill>
                  <a:schemeClr val="dk1"/>
                </a:solidFill>
              </a:rPr>
              <a:t>Slide 3 : Conclusion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" sz="2400">
                <a:solidFill>
                  <a:schemeClr val="dk1"/>
                </a:solidFill>
              </a:rPr>
              <a:t>Git permet de sauvegarder l'historique du projet.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2400">
                <a:solidFill>
                  <a:schemeClr val="dk1"/>
                </a:solidFill>
              </a:rPr>
              <a:t>Le parcours 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" sz="2400">
                <a:solidFill>
                  <a:schemeClr val="dk1"/>
                </a:solidFill>
              </a:rPr>
              <a:t>Working Directory → Staging Area → Repository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ar" sz="2400">
                <a:solidFill>
                  <a:schemeClr val="dk1"/>
                </a:solidFill>
              </a:rPr>
              <a:t>Merci pour votre attention !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