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Roboto Mono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font" Target="fonts/RobotoMono-boldItalic.fntdata"/><Relationship Id="rId9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RobotoMono-regular.fntdata"/><Relationship Id="rId8" Type="http://schemas.openxmlformats.org/officeDocument/2006/relationships/font" Target="fonts/RobotoMon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0"/>
            <a:ext cx="8520600" cy="100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i="1" lang="ar" sz="3150">
                <a:solidFill>
                  <a:schemeClr val="accent1"/>
                </a:solidFill>
                <a:highlight>
                  <a:srgbClr val="FFFFFF"/>
                </a:highlight>
              </a:rPr>
              <a:t>La routine locale du développeur (Terminal)</a:t>
            </a:r>
            <a:endParaRPr b="1" i="1" sz="6100">
              <a:solidFill>
                <a:schemeClr val="accent1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1000800"/>
            <a:ext cx="8520600" cy="41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b="1" lang="ar" sz="2428">
                <a:solidFill>
                  <a:schemeClr val="dk1"/>
                </a:solidFill>
              </a:rPr>
              <a:t>Slide 1 : La routine locale du développeur</a:t>
            </a:r>
            <a:endParaRPr b="1" sz="2428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b="1" lang="ar" sz="1318">
                <a:solidFill>
                  <a:schemeClr val="dk1"/>
                </a:solidFill>
              </a:rPr>
              <a:t>Objectif :</a:t>
            </a:r>
            <a:r>
              <a:rPr lang="ar" sz="1318">
                <a:solidFill>
                  <a:schemeClr val="dk1"/>
                </a:solidFill>
              </a:rPr>
              <a:t> Apprendre à sauvegarder les modifications d'un projet avec Git.</a:t>
            </a:r>
            <a:endParaRPr sz="1318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b="1" lang="ar" sz="2428">
                <a:solidFill>
                  <a:schemeClr val="dk1"/>
                </a:solidFill>
              </a:rPr>
              <a:t>Slide 2 : Les commandes principales</a:t>
            </a:r>
            <a:endParaRPr b="1" sz="2428">
              <a:solidFill>
                <a:schemeClr val="dk1"/>
              </a:solidFill>
            </a:endParaRPr>
          </a:p>
          <a:p>
            <a:pPr indent="-312261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18"/>
              <a:buChar char="●"/>
            </a:pPr>
            <a:r>
              <a:rPr lang="ar" sz="1318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git status</a:t>
            </a:r>
            <a:r>
              <a:rPr lang="ar" sz="1318">
                <a:solidFill>
                  <a:schemeClr val="dk1"/>
                </a:solidFill>
              </a:rPr>
              <a:t> : Vérifier l'état des fichiers.</a:t>
            </a:r>
            <a:endParaRPr sz="1318">
              <a:solidFill>
                <a:schemeClr val="dk1"/>
              </a:solidFill>
            </a:endParaRPr>
          </a:p>
          <a:p>
            <a:pPr indent="-31226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18"/>
              <a:buChar char="●"/>
            </a:pPr>
            <a:r>
              <a:rPr lang="ar" sz="1318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git add</a:t>
            </a:r>
            <a:r>
              <a:rPr lang="ar" sz="1318">
                <a:solidFill>
                  <a:schemeClr val="dk1"/>
                </a:solidFill>
              </a:rPr>
              <a:t> : Préparer les modifications.</a:t>
            </a:r>
            <a:endParaRPr sz="1318">
              <a:solidFill>
                <a:schemeClr val="dk1"/>
              </a:solidFill>
            </a:endParaRPr>
          </a:p>
          <a:p>
            <a:pPr indent="-31226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18"/>
              <a:buChar char="●"/>
            </a:pPr>
            <a:r>
              <a:rPr lang="ar" sz="1318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git commit</a:t>
            </a:r>
            <a:r>
              <a:rPr lang="ar" sz="1318">
                <a:solidFill>
                  <a:schemeClr val="dk1"/>
                </a:solidFill>
              </a:rPr>
              <a:t> : Enregistrer les modifications dans l'historique.</a:t>
            </a:r>
            <a:endParaRPr sz="1318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b="1" lang="ar" sz="2428">
                <a:solidFill>
                  <a:schemeClr val="dk1"/>
                </a:solidFill>
              </a:rPr>
              <a:t>Slide 3 : Conclusion</a:t>
            </a:r>
            <a:endParaRPr b="1" sz="2428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ar" sz="1318">
                <a:solidFill>
                  <a:schemeClr val="dk1"/>
                </a:solidFill>
              </a:rPr>
              <a:t>Le cycle de travail Git :</a:t>
            </a:r>
            <a:endParaRPr sz="1318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ar" sz="1318">
                <a:solidFill>
                  <a:schemeClr val="dk1"/>
                </a:solidFill>
              </a:rPr>
              <a:t>Modifier → Status → Add → Commit → Status</a:t>
            </a:r>
            <a:endParaRPr sz="1318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ar" sz="1318">
                <a:solidFill>
                  <a:schemeClr val="dk1"/>
                </a:solidFill>
              </a:rPr>
              <a:t>Git permet de suivre et sauvegarder les différentes versions d'un projet.</a:t>
            </a:r>
            <a:endParaRPr sz="1318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289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