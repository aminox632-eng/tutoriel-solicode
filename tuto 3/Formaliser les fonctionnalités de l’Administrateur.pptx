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h43fbd4146f4fd6e9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h43fbd4146f4fd6e9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85425"/>
            <a:ext cx="8520600" cy="111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ar" sz="3480"/>
              <a:t>Formaliser les fonctionnalités de l’Administrateur </a:t>
            </a:r>
            <a:endParaRPr sz="348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1202025"/>
            <a:ext cx="8520600" cy="3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b="1" lang="ar" sz="2405">
                <a:solidFill>
                  <a:schemeClr val="dk1"/>
                </a:solidFill>
              </a:rPr>
              <a:t>📌 Règle</a:t>
            </a:r>
            <a:endParaRPr b="1" sz="240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b="1" lang="ar" sz="2235">
                <a:solidFill>
                  <a:schemeClr val="dk1"/>
                </a:solidFill>
              </a:rPr>
              <a:t>Acteur + Action + Élément</a:t>
            </a:r>
            <a:endParaRPr b="1" sz="223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b="1" lang="ar" sz="2405">
                <a:solidFill>
                  <a:schemeClr val="dk1"/>
                </a:solidFill>
              </a:rPr>
              <a:t>📰 Gestion des Articles</a:t>
            </a:r>
            <a:endParaRPr b="1" sz="2405">
              <a:solidFill>
                <a:schemeClr val="dk1"/>
              </a:solidFill>
            </a:endParaRPr>
          </a:p>
          <a:p>
            <a:pPr indent="-370523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35"/>
              <a:buChar char="●"/>
            </a:pPr>
            <a:r>
              <a:rPr lang="ar" sz="2235">
                <a:solidFill>
                  <a:schemeClr val="dk1"/>
                </a:solidFill>
              </a:rPr>
              <a:t>L’Administrateur liste les articles.</a:t>
            </a:r>
            <a:endParaRPr sz="2235">
              <a:solidFill>
                <a:schemeClr val="dk1"/>
              </a:solidFill>
            </a:endParaRPr>
          </a:p>
          <a:p>
            <a:pPr indent="-37052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35"/>
              <a:buChar char="●"/>
            </a:pPr>
            <a:r>
              <a:rPr lang="ar" sz="2235">
                <a:solidFill>
                  <a:schemeClr val="dk1"/>
                </a:solidFill>
              </a:rPr>
              <a:t>L’Administrateur ajoute un article.</a:t>
            </a:r>
            <a:endParaRPr sz="2235">
              <a:solidFill>
                <a:schemeClr val="dk1"/>
              </a:solidFill>
            </a:endParaRPr>
          </a:p>
          <a:p>
            <a:pPr indent="-37052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35"/>
              <a:buChar char="●"/>
            </a:pPr>
            <a:r>
              <a:rPr lang="ar" sz="2235">
                <a:solidFill>
                  <a:schemeClr val="dk1"/>
                </a:solidFill>
              </a:rPr>
              <a:t>L’Administrateur modifie un article.</a:t>
            </a:r>
            <a:endParaRPr sz="2235">
              <a:solidFill>
                <a:schemeClr val="dk1"/>
              </a:solidFill>
            </a:endParaRPr>
          </a:p>
          <a:p>
            <a:pPr indent="-37052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35"/>
              <a:buChar char="●"/>
            </a:pPr>
            <a:r>
              <a:rPr lang="ar" sz="2235">
                <a:solidFill>
                  <a:schemeClr val="dk1"/>
                </a:solidFill>
              </a:rPr>
              <a:t>L’Administrateur supprime un article.</a:t>
            </a:r>
            <a:endParaRPr sz="2235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368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0" y="0"/>
            <a:ext cx="9144000" cy="40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ar" sz="2600">
                <a:solidFill>
                  <a:schemeClr val="dk1"/>
                </a:solidFill>
              </a:rPr>
              <a:t>🗂️ Gestion des Catégories</a:t>
            </a:r>
            <a:endParaRPr b="1" sz="26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ar" sz="2400">
                <a:solidFill>
                  <a:schemeClr val="dk1"/>
                </a:solidFill>
              </a:rPr>
              <a:t>L’Administrateur liste les catégories.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ar" sz="2400">
                <a:solidFill>
                  <a:schemeClr val="dk1"/>
                </a:solidFill>
              </a:rPr>
              <a:t>L’Administrateur ajoute une catégorie.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ar" sz="2400">
                <a:solidFill>
                  <a:schemeClr val="dk1"/>
                </a:solidFill>
              </a:rPr>
              <a:t>L’Administrateur modifie une catégorie.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ar" sz="2400">
                <a:solidFill>
                  <a:schemeClr val="dk1"/>
                </a:solidFill>
              </a:rPr>
              <a:t>L’Administrateur supprime une catégorie.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ar" sz="2600">
                <a:solidFill>
                  <a:schemeClr val="dk1"/>
                </a:solidFill>
              </a:rPr>
              <a:t>🔄 Exemple de parcours</a:t>
            </a:r>
            <a:endParaRPr b="1" sz="2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ar" sz="2400">
                <a:solidFill>
                  <a:schemeClr val="dk1"/>
                </a:solidFill>
              </a:rPr>
              <a:t>Administrateur → Page de gestion des catégories → Ajouter une catégorie → Formulaire de création</a:t>
            </a:r>
            <a:endParaRPr b="1"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