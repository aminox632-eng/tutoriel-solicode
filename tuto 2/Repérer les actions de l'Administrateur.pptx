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593ee6411a04a5aa_5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593ee6411a04a5aa_5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0"/>
            <a:ext cx="8520600" cy="108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" sz="3400">
                <a:solidFill>
                  <a:srgbClr val="27262B"/>
                </a:solidFill>
                <a:highlight>
                  <a:srgbClr val="FFFFFF"/>
                </a:highlight>
              </a:rPr>
              <a:t>Repérer les actions de l'Administrateur</a:t>
            </a:r>
            <a:endParaRPr sz="6633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339300"/>
            <a:ext cx="8520600" cy="38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ar" sz="2500">
                <a:solidFill>
                  <a:schemeClr val="dk1"/>
                </a:solidFill>
              </a:rPr>
              <a:t>Actions de l’Administrateur</a:t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ar" sz="1900">
                <a:solidFill>
                  <a:schemeClr val="dk1"/>
                </a:solidFill>
              </a:rPr>
              <a:t>1. Tableau de bord</a:t>
            </a:r>
            <a:endParaRPr b="1" sz="1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ar" sz="1300">
                <a:solidFill>
                  <a:schemeClr val="dk1"/>
                </a:solidFill>
              </a:rPr>
              <a:t>Accéder à la gestion des articles.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ar" sz="1300">
                <a:solidFill>
                  <a:schemeClr val="dk1"/>
                </a:solidFill>
              </a:rPr>
              <a:t>Accéder à la gestion des catégories.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ar" sz="1300">
                <a:solidFill>
                  <a:schemeClr val="dk1"/>
                </a:solidFill>
              </a:rPr>
              <a:t>Se déconnecter.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ar" sz="1900">
                <a:solidFill>
                  <a:schemeClr val="dk1"/>
                </a:solidFill>
              </a:rPr>
              <a:t>2. Gestion des articles</a:t>
            </a:r>
            <a:endParaRPr b="1" sz="1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ar" sz="1300">
                <a:solidFill>
                  <a:schemeClr val="dk1"/>
                </a:solidFill>
              </a:rPr>
              <a:t>Voir la liste des articles.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ar" sz="1300">
                <a:solidFill>
                  <a:schemeClr val="dk1"/>
                </a:solidFill>
              </a:rPr>
              <a:t>Ajouter un article.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ar" sz="1300">
                <a:solidFill>
                  <a:schemeClr val="dk1"/>
                </a:solidFill>
              </a:rPr>
              <a:t>Modifier un article.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ar" sz="1300">
                <a:solidFill>
                  <a:schemeClr val="dk1"/>
                </a:solidFill>
              </a:rPr>
              <a:t>Supprimer un article.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ar" sz="1300">
                <a:solidFill>
                  <a:schemeClr val="dk1"/>
                </a:solidFill>
              </a:rPr>
              <a:t>Remplir le formulaire d’un article.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ar" sz="1300">
                <a:solidFill>
                  <a:schemeClr val="dk1"/>
                </a:solidFill>
              </a:rPr>
              <a:t>Enregistrer un article.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0" y="0"/>
            <a:ext cx="9144000" cy="48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ar" sz="1900">
                <a:solidFill>
                  <a:schemeClr val="dk1"/>
                </a:solidFill>
              </a:rPr>
              <a:t>3. Gestion des catégories</a:t>
            </a:r>
            <a:endParaRPr b="1" sz="1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ar" sz="1300">
                <a:solidFill>
                  <a:schemeClr val="dk1"/>
                </a:solidFill>
              </a:rPr>
              <a:t>Voir la liste des catégories.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ar" sz="1300">
                <a:solidFill>
                  <a:schemeClr val="dk1"/>
                </a:solidFill>
              </a:rPr>
              <a:t>Ajouter une catégorie.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ar" sz="1300">
                <a:solidFill>
                  <a:schemeClr val="dk1"/>
                </a:solidFill>
              </a:rPr>
              <a:t>Modifier une catégorie.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ar" sz="1300">
                <a:solidFill>
                  <a:schemeClr val="dk1"/>
                </a:solidFill>
              </a:rPr>
              <a:t>Supprimer une catégorie.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ar" sz="1300">
                <a:solidFill>
                  <a:schemeClr val="dk1"/>
                </a:solidFill>
              </a:rPr>
              <a:t>Remplir le formulaire d’une catégorie.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ar" sz="1300">
                <a:solidFill>
                  <a:schemeClr val="dk1"/>
                </a:solidFill>
              </a:rPr>
              <a:t>Enregistrer une catégorie.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ar" sz="1900">
                <a:solidFill>
                  <a:schemeClr val="dk1"/>
                </a:solidFill>
              </a:rPr>
              <a:t>4. CRUD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" sz="1300">
                <a:solidFill>
                  <a:schemeClr val="dk1"/>
                </a:solidFill>
              </a:rPr>
              <a:t>Pour les articles et les catégories, l’Administrateur peut 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ar" sz="1300">
                <a:solidFill>
                  <a:schemeClr val="dk1"/>
                </a:solidFill>
              </a:rPr>
              <a:t>Créer</a:t>
            </a:r>
            <a:r>
              <a:rPr lang="ar" sz="1300">
                <a:solidFill>
                  <a:schemeClr val="dk1"/>
                </a:solidFill>
              </a:rPr>
              <a:t> : ajouter une donnée.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ar" sz="1300">
                <a:solidFill>
                  <a:schemeClr val="dk1"/>
                </a:solidFill>
              </a:rPr>
              <a:t>Lire</a:t>
            </a:r>
            <a:r>
              <a:rPr lang="ar" sz="1300">
                <a:solidFill>
                  <a:schemeClr val="dk1"/>
                </a:solidFill>
              </a:rPr>
              <a:t> : consulter une donnée.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ar" sz="1300">
                <a:solidFill>
                  <a:schemeClr val="dk1"/>
                </a:solidFill>
              </a:rPr>
              <a:t>Modifier</a:t>
            </a:r>
            <a:r>
              <a:rPr lang="ar" sz="1300">
                <a:solidFill>
                  <a:schemeClr val="dk1"/>
                </a:solidFill>
              </a:rPr>
              <a:t> : changer une donnée.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ar" sz="1300">
                <a:solidFill>
                  <a:schemeClr val="dk1"/>
                </a:solidFill>
              </a:rPr>
              <a:t>Supprimer</a:t>
            </a:r>
            <a:r>
              <a:rPr lang="ar" sz="1300">
                <a:solidFill>
                  <a:schemeClr val="dk1"/>
                </a:solidFill>
              </a:rPr>
              <a:t> : supprimer une donnée.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ar" sz="1500">
                <a:solidFill>
                  <a:schemeClr val="dk1"/>
                </a:solidFill>
              </a:rPr>
              <a:t>Conclusion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ar" sz="1300">
                <a:solidFill>
                  <a:schemeClr val="dk1"/>
                </a:solidFill>
              </a:rPr>
              <a:t>L’Administrateur est responsable de la gestion des </a:t>
            </a:r>
            <a:r>
              <a:rPr b="1" lang="ar" sz="1300">
                <a:solidFill>
                  <a:schemeClr val="dk1"/>
                </a:solidFill>
              </a:rPr>
              <a:t>articles</a:t>
            </a:r>
            <a:r>
              <a:rPr lang="ar" sz="1300">
                <a:solidFill>
                  <a:schemeClr val="dk1"/>
                </a:solidFill>
              </a:rPr>
              <a:t> et des </a:t>
            </a:r>
            <a:r>
              <a:rPr b="1" lang="ar" sz="1300">
                <a:solidFill>
                  <a:schemeClr val="dk1"/>
                </a:solidFill>
              </a:rPr>
              <a:t>catégories</a:t>
            </a:r>
            <a:r>
              <a:rPr lang="ar" sz="1300">
                <a:solidFill>
                  <a:schemeClr val="dk1"/>
                </a:solidFill>
              </a:rPr>
              <a:t> du Blog.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